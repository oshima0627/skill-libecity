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6035040" cy="4023360"/>
  <p:notesSz cx="4023360" cy="603504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リベシティ スキルマーケット 出品37160 のサムネイル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oshim\Documents\projects\skill-libecity\.claude\worktrees\multiple-skill-products-post-560e23\listings\assets\illust\01-teiji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127248" y="548640"/>
            <a:ext cx="2788920" cy="278892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384048" y="566928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100" kern="0" dirty="0">
                <a:solidFill>
                  <a:srgbClr val="2A9FD6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定時実行の自動化</a:t>
            </a:r>
            <a:endParaRPr lang="en-US" sz="1500" dirty="0"/>
          </a:p>
        </p:txBody>
      </p:sp>
      <p:sp>
        <p:nvSpPr>
          <p:cNvPr id="4" name="Text 1"/>
          <p:cNvSpPr txBox="1"/>
          <p:nvPr/>
        </p:nvSpPr>
        <p:spPr>
          <a:xfrm>
            <a:off x="365760" y="932688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3400" dirty="0">
                <a:solidFill>
                  <a:srgbClr val="1F3348"/>
                </a:solidFill>
                <a:latin typeface="HGP創英角ｺﾞｼｯｸUB" pitchFamily="34" charset="0"/>
                <a:ea typeface="HGP創英角ｺﾞｼｯｸUB" pitchFamily="34" charset="-122"/>
                <a:cs typeface="HGP創英角ｺﾞｼｯｸUB" pitchFamily="34" charset="-120"/>
              </a:rPr>
              <a:t>毎朝のPC作業、</a:t>
            </a:r>
            <a:endParaRPr lang="en-US" sz="34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3400" dirty="0">
                <a:solidFill>
                  <a:srgbClr val="1F3348"/>
                </a:solidFill>
                <a:latin typeface="HGP創英角ｺﾞｼｯｸUB" pitchFamily="34" charset="0"/>
                <a:ea typeface="HGP創英角ｺﾞｼｯｸUB" pitchFamily="34" charset="-122"/>
                <a:cs typeface="HGP創英角ｺﾞｼｯｸUB" pitchFamily="34" charset="-120"/>
              </a:rPr>
              <a:t>無人で。</a:t>
            </a:r>
            <a:endParaRPr lang="en-US" sz="3400" dirty="0"/>
          </a:p>
        </p:txBody>
      </p:sp>
      <p:sp>
        <p:nvSpPr>
          <p:cNvPr id="5" name="Shape 2"/>
          <p:cNvSpPr/>
          <p:nvPr/>
        </p:nvSpPr>
        <p:spPr>
          <a:xfrm>
            <a:off x="384048" y="2505456"/>
            <a:ext cx="1755648" cy="548640"/>
          </a:xfrm>
          <a:prstGeom prst="roundRect">
            <a:avLst>
              <a:gd name="adj" fmla="val 50000"/>
            </a:avLst>
          </a:prstGeom>
          <a:solidFill>
            <a:srgbClr val="2A9FD6"/>
          </a:solidFill>
          <a:ln w="12700">
            <a:solidFill>
              <a:srgbClr val="2A9FD6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384048" y="2505456"/>
            <a:ext cx="17556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15,000円</a:t>
            </a:r>
            <a:endParaRPr lang="en-US" sz="2000" dirty="0"/>
          </a:p>
        </p:txBody>
      </p:sp>
      <p:sp>
        <p:nvSpPr>
          <p:cNvPr id="7" name="Text 4"/>
          <p:cNvSpPr txBox="1"/>
          <p:nvPr/>
        </p:nvSpPr>
        <p:spPr>
          <a:xfrm>
            <a:off x="384048" y="3310128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E90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なおたか@沖縄の業務システム屋×AI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2026-08-31T13:06:20Z</dcterms:created>
  <dcterms:modified xsi:type="dcterms:W3CDTF">2026-08-31T13:06:20Z</dcterms:modified>
</cp:coreProperties>
</file>