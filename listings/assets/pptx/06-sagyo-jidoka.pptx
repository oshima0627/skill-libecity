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出品34120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6-jido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548640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56692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10808A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毎日の繰り返し作業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932688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コピペと転記、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やめませんか。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384048" y="2505456"/>
            <a:ext cx="1755648" cy="548640"/>
          </a:xfrm>
          <a:prstGeom prst="roundRect">
            <a:avLst>
              <a:gd name="adj" fmla="val 50000"/>
            </a:avLst>
          </a:prstGeom>
          <a:solidFill>
            <a:srgbClr val="10808A"/>
          </a:solidFill>
          <a:ln w="12700">
            <a:solidFill>
              <a:srgbClr val="10808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84048" y="2505456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30,000円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84048" y="3310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2026-08-31T13:06:20Z</dcterms:created>
  <dcterms:modified xsi:type="dcterms:W3CDTF">2026-08-31T13:06:20Z</dcterms:modified>
</cp:coreProperties>
</file>