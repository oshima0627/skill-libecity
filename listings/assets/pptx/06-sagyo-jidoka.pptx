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035040" cy="4023360"/>
  <p:notesSz cx="4023360" cy="6035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リベシティ スキルマーケット 出品34120 のサムネイル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oshim\Documents\projects\skill-libecity\.claude\worktrees\multiple-skill-products-post-560e23\listings\assets\illust\06-jido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603504"/>
            <a:ext cx="2788920" cy="2788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" y="10789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0808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毎日の繰り返し作業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144475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コピペと転記、</a:t>
            </a:r>
            <a:endParaRPr lang="en-US" sz="3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やめませんか。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384048" y="27614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9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なおたか@沖縄の業務システム屋×AI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2026-08-31T13:10:54Z</dcterms:created>
  <dcterms:modified xsi:type="dcterms:W3CDTF">2026-08-31T13:10:54Z</dcterms:modified>
</cp:coreProperties>
</file>