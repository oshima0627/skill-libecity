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出品37162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3-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548640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566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931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業務システム開発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326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テストを付けて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納品します。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4048" y="2505456"/>
            <a:ext cx="1755648" cy="548640"/>
          </a:xfrm>
          <a:prstGeom prst="roundRect">
            <a:avLst>
              <a:gd name="adj" fmla="val 50000"/>
            </a:avLst>
          </a:prstGeom>
          <a:solidFill>
            <a:srgbClr val="D99312"/>
          </a:solidFill>
          <a:ln w="12700">
            <a:solidFill>
              <a:srgbClr val="D9931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" y="250545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150,000円〜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2026-08-31T12:49:36Z</dcterms:created>
  <dcterms:modified xsi:type="dcterms:W3CDTF">2026-08-31T12:49:36Z</dcterms:modified>
</cp:coreProperties>
</file>