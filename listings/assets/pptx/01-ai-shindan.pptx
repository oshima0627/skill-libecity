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035040" cy="4023360"/>
  <p:notesSz cx="4023360" cy="60350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リベシティ スキルマーケット 出品34217 のサムネイル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oshim\Documents\projects\skill-libecity\.claude\worktrees\multiple-skill-products-post-560e23\listings\assets\illust\04-shind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548640"/>
            <a:ext cx="2788920" cy="2788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4048" y="566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F63C4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AI活用の現状診断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932688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やらない事も、</a:t>
            </a:r>
            <a:endParaRPr lang="en-US" sz="3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書きます。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84048" y="2505456"/>
            <a:ext cx="1755648" cy="548640"/>
          </a:xfrm>
          <a:prstGeom prst="roundRect">
            <a:avLst>
              <a:gd name="adj" fmla="val 50000"/>
            </a:avLst>
          </a:prstGeom>
          <a:solidFill>
            <a:srgbClr val="4F63C4"/>
          </a:solidFill>
          <a:ln w="12700">
            <a:solidFill>
              <a:srgbClr val="4F63C4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84048" y="250545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5,000円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84048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9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なおたか@沖縄の業務システム屋×AI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2026-08-31T13:06:20Z</dcterms:created>
  <dcterms:modified xsi:type="dcterms:W3CDTF">2026-08-31T13:06:20Z</dcterms:modified>
</cp:coreProperties>
</file>