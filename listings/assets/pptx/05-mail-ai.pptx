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出品34218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5-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603504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1078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B55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問い合わせの自動返信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14447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返信を、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待たせない。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384048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2026-08-31T13:10:54Z</dcterms:created>
  <dcterms:modified xsi:type="dcterms:W3CDTF">2026-08-31T13:10:54Z</dcterms:modified>
</cp:coreProperties>
</file>