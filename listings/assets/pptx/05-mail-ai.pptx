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6035040" cy="4023360"/>
  <p:notesSz cx="4023360" cy="603504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リベシティ スキルマーケット 出品34218 のサムネイル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oshim\Documents\projects\skill-libecity\.claude\worktrees\multiple-skill-products-post-560e23\listings\assets\illust\05-m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7248" y="548640"/>
            <a:ext cx="2788920" cy="2788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84048" y="5669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DB553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問い合わせの自動返信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365760" y="932688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3400" dirty="0">
                <a:solidFill>
                  <a:srgbClr val="1F3348"/>
                </a:solidFill>
                <a:latin typeface="HGP創英角ｺﾞｼｯｸUB" pitchFamily="34" charset="0"/>
                <a:ea typeface="HGP創英角ｺﾞｼｯｸUB" pitchFamily="34" charset="-122"/>
                <a:cs typeface="HGP創英角ｺﾞｼｯｸUB" pitchFamily="34" charset="-120"/>
              </a:rPr>
              <a:t>返信を、</a:t>
            </a:r>
            <a:endParaRPr lang="en-US" sz="34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3400" dirty="0">
                <a:solidFill>
                  <a:srgbClr val="1F3348"/>
                </a:solidFill>
                <a:latin typeface="HGP創英角ｺﾞｼｯｸUB" pitchFamily="34" charset="0"/>
                <a:ea typeface="HGP創英角ｺﾞｼｯｸUB" pitchFamily="34" charset="-122"/>
                <a:cs typeface="HGP創英角ｺﾞｼｯｸUB" pitchFamily="34" charset="-120"/>
              </a:rPr>
              <a:t>待たせない。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384048" y="2505456"/>
            <a:ext cx="1755648" cy="548640"/>
          </a:xfrm>
          <a:prstGeom prst="roundRect">
            <a:avLst>
              <a:gd name="adj" fmla="val 50000"/>
            </a:avLst>
          </a:prstGeom>
          <a:solidFill>
            <a:srgbClr val="DB553F"/>
          </a:solidFill>
          <a:ln w="12700">
            <a:solidFill>
              <a:srgbClr val="DB553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84048" y="2505456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20,000円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384048" y="33101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E9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なおたか@沖縄の業務システム屋×AI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2026-08-31T13:06:20Z</dcterms:created>
  <dcterms:modified xsi:type="dcterms:W3CDTF">2026-08-31T13:06:20Z</dcterms:modified>
</cp:coreProperties>
</file>